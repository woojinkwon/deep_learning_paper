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2" r:id="rId7"/>
    <p:sldId id="260" r:id="rId8"/>
    <p:sldId id="261" r:id="rId9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9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6ADBC90-6130-4404-B8FE-3F165ECB9C65}" type="datetimeFigureOut">
              <a:rPr lang="ko-KR" altLang="en-US" smtClean="0"/>
              <a:t>2020-01-08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5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</a:p>
          <a:p>
            <a:r>
              <a:rPr lang="en-US" altLang="ko-KR" dirty="0" smtClean="0"/>
              <a:t>Introduction</a:t>
            </a:r>
          </a:p>
          <a:p>
            <a:r>
              <a:rPr lang="en-US" altLang="ko-KR" dirty="0" smtClean="0"/>
              <a:t>Related Works</a:t>
            </a:r>
          </a:p>
          <a:p>
            <a:r>
              <a:rPr lang="en-US" altLang="ko-KR" dirty="0" smtClean="0"/>
              <a:t>Contribution</a:t>
            </a:r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539552" y="3933056"/>
            <a:ext cx="5688632" cy="569219"/>
          </a:xfrm>
        </p:spPr>
        <p:txBody>
          <a:bodyPr/>
          <a:lstStyle/>
          <a:p>
            <a:r>
              <a:rPr lang="en-US" altLang="ko-KR" b="0" dirty="0"/>
              <a:t>Fully Convolutional Networks </a:t>
            </a:r>
            <a:endParaRPr lang="en-US" altLang="ko-KR" b="0" dirty="0" smtClean="0"/>
          </a:p>
          <a:p>
            <a:r>
              <a:rPr lang="en-US" altLang="ko-KR" b="0" dirty="0" smtClean="0"/>
              <a:t>for </a:t>
            </a:r>
            <a:r>
              <a:rPr lang="en-US" altLang="ko-KR" b="0" dirty="0"/>
              <a:t>Semantic </a:t>
            </a:r>
            <a:r>
              <a:rPr lang="en-US" altLang="ko-KR" b="0" dirty="0" smtClean="0"/>
              <a:t>Segmentation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9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Convolutional network </a:t>
            </a:r>
            <a:r>
              <a:rPr lang="en-US" altLang="ko-KR" dirty="0" smtClean="0"/>
              <a:t>(previous research)</a:t>
            </a:r>
          </a:p>
          <a:p>
            <a:pPr lvl="1">
              <a:buSzPct val="100000"/>
            </a:pPr>
            <a:r>
              <a:rPr lang="en-US" altLang="ko-KR" dirty="0" smtClean="0"/>
              <a:t>Convolutional network</a:t>
            </a:r>
            <a:r>
              <a:rPr lang="ko-KR" altLang="en-US" dirty="0" smtClean="0"/>
              <a:t>란 특징의 상하관계를 보여주는 시각적 모델로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스스로 </a:t>
            </a:r>
            <a:r>
              <a:rPr lang="en-US" altLang="ko-KR" dirty="0" smtClean="0"/>
              <a:t>end-end, pixel-pixel</a:t>
            </a:r>
            <a:r>
              <a:rPr lang="ko-KR" altLang="en-US" dirty="0" smtClean="0"/>
              <a:t>로 훈련된다</a:t>
            </a:r>
            <a:r>
              <a:rPr lang="en-US" altLang="ko-KR" dirty="0" smtClean="0"/>
              <a:t>. </a:t>
            </a:r>
          </a:p>
          <a:p>
            <a:pPr>
              <a:buSzPct val="100000"/>
            </a:pPr>
            <a:r>
              <a:rPr lang="en-US" altLang="ko-KR" dirty="0" smtClean="0"/>
              <a:t>Fully convolutional model (this research)</a:t>
            </a:r>
          </a:p>
          <a:p>
            <a:pPr lvl="1">
              <a:buSzPct val="100000"/>
            </a:pPr>
            <a:r>
              <a:rPr lang="ko-KR" altLang="en-US" dirty="0" smtClean="0"/>
              <a:t>본 논문은</a:t>
            </a:r>
            <a:r>
              <a:rPr lang="en-US" altLang="ko-KR" dirty="0" smtClean="0"/>
              <a:t> </a:t>
            </a:r>
            <a:r>
              <a:rPr lang="ko-KR" altLang="en-US" dirty="0" smtClean="0"/>
              <a:t>임의의 크기의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받아 효율적인 추론과 학습을 통하여 </a:t>
            </a:r>
            <a:r>
              <a:rPr lang="ko-KR" altLang="en-US" b="1" dirty="0" smtClean="0"/>
              <a:t>해당 크기의 </a:t>
            </a:r>
            <a:r>
              <a:rPr lang="en-US" altLang="ko-KR" b="1" dirty="0" smtClean="0"/>
              <a:t>output</a:t>
            </a:r>
            <a:r>
              <a:rPr lang="ko-KR" altLang="en-US" b="1" dirty="0" smtClean="0"/>
              <a:t>을 도출</a:t>
            </a:r>
            <a:r>
              <a:rPr lang="en-US" altLang="ko-KR" b="1" dirty="0" smtClean="0"/>
              <a:t>(ex. Semantic segmentation)</a:t>
            </a:r>
            <a:r>
              <a:rPr lang="ko-KR" altLang="en-US" dirty="0" smtClean="0"/>
              <a:t>하는 </a:t>
            </a:r>
            <a:r>
              <a:rPr lang="en-US" altLang="ko-KR" dirty="0" smtClean="0"/>
              <a:t>fully convolutional model</a:t>
            </a:r>
            <a:r>
              <a:rPr lang="ko-KR" altLang="en-US" dirty="0" smtClean="0"/>
              <a:t>을 제</a:t>
            </a:r>
            <a:r>
              <a:rPr lang="ko-KR" altLang="en-US" dirty="0"/>
              <a:t>안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Fully </a:t>
            </a:r>
            <a:r>
              <a:rPr lang="en-US" altLang="ko-KR" dirty="0" smtClean="0"/>
              <a:t>convolutional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의 구성 형태와</a:t>
            </a:r>
            <a:r>
              <a:rPr lang="en-US" altLang="ko-KR" dirty="0" smtClean="0"/>
              <a:t> </a:t>
            </a:r>
            <a:r>
              <a:rPr lang="ko-KR" altLang="en-US" dirty="0" smtClean="0"/>
              <a:t>세밀한 예측을 위한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의 적용법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모델과의 연관성을 정의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심층부 </a:t>
            </a:r>
            <a:r>
              <a:rPr lang="en-US" altLang="ko-KR" dirty="0" smtClean="0"/>
              <a:t>layer</a:t>
            </a:r>
            <a:r>
              <a:rPr lang="ko-KR" altLang="en-US" dirty="0" smtClean="0"/>
              <a:t>로부터 나오는 의미론적 정보와 하층부 </a:t>
            </a:r>
            <a:r>
              <a:rPr lang="en-US" altLang="ko-KR" dirty="0" smtClean="0"/>
              <a:t>layer</a:t>
            </a:r>
            <a:r>
              <a:rPr lang="ko-KR" altLang="en-US" dirty="0" smtClean="0"/>
              <a:t>로부터 나오는 형태적 정보를 결합하여 </a:t>
            </a:r>
            <a:r>
              <a:rPr lang="en-US" altLang="ko-KR" dirty="0" smtClean="0"/>
              <a:t>segmentation</a:t>
            </a:r>
            <a:r>
              <a:rPr lang="ko-KR" altLang="en-US" dirty="0"/>
              <a:t> </a:t>
            </a:r>
            <a:r>
              <a:rPr lang="ko-KR" altLang="en-US" dirty="0" smtClean="0"/>
              <a:t>정확도를 향상시키는 </a:t>
            </a:r>
            <a:r>
              <a:rPr lang="en-US" altLang="ko-KR" dirty="0" smtClean="0"/>
              <a:t>skip architecture</a:t>
            </a:r>
            <a:r>
              <a:rPr lang="ko-KR" altLang="en-US" dirty="0" smtClean="0"/>
              <a:t>를 제</a:t>
            </a:r>
            <a:r>
              <a:rPr lang="ko-KR" altLang="en-US" dirty="0"/>
              <a:t>안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Abstraction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556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Previous research</a:t>
            </a:r>
          </a:p>
          <a:p>
            <a:pPr lvl="1">
              <a:buSzPct val="100000"/>
            </a:pPr>
            <a:r>
              <a:rPr lang="ko-KR" altLang="en-US" dirty="0" smtClean="0"/>
              <a:t>기존의 </a:t>
            </a:r>
            <a:r>
              <a:rPr lang="en-US" altLang="ko-KR" dirty="0" smtClean="0"/>
              <a:t>Convolutional network</a:t>
            </a:r>
            <a:r>
              <a:rPr lang="ko-KR" altLang="en-US" dirty="0" smtClean="0"/>
              <a:t>는 전체 이미지를 분류하거나</a:t>
            </a:r>
            <a:r>
              <a:rPr lang="en-US" altLang="ko-KR" dirty="0"/>
              <a:t> </a:t>
            </a:r>
            <a:r>
              <a:rPr lang="ko-KR" altLang="en-US" dirty="0" smtClean="0"/>
              <a:t>이미지의 일부분을 처리하는 기능에 </a:t>
            </a:r>
            <a:r>
              <a:rPr lang="ko-KR" altLang="en-US" dirty="0" smtClean="0"/>
              <a:t>발</a:t>
            </a:r>
            <a:r>
              <a:rPr lang="ko-KR" altLang="en-US" dirty="0" smtClean="0"/>
              <a:t>전을 기여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고정된 </a:t>
            </a:r>
            <a:r>
              <a:rPr lang="ko-KR" altLang="en-US" dirty="0" smtClean="0"/>
              <a:t>크기의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만 사용할 수 있다는 결점 존재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This research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결점 보안을 위해 </a:t>
            </a:r>
            <a:r>
              <a:rPr lang="en-US" altLang="ko-KR" dirty="0" smtClean="0"/>
              <a:t>fully </a:t>
            </a:r>
            <a:r>
              <a:rPr lang="en-US" altLang="ko-KR" dirty="0" smtClean="0"/>
              <a:t>convolutional network(FCN)</a:t>
            </a:r>
            <a:r>
              <a:rPr lang="ko-KR" altLang="en-US" dirty="0" smtClean="0"/>
              <a:t>을 설계하였고</a:t>
            </a:r>
            <a:r>
              <a:rPr lang="en-US" altLang="ko-KR" dirty="0"/>
              <a:t> </a:t>
            </a:r>
            <a:r>
              <a:rPr lang="ko-KR" altLang="en-US" dirty="0" smtClean="0"/>
              <a:t>픽셀단위의 예측을 위한 전처리 지도학습을 </a:t>
            </a:r>
            <a:r>
              <a:rPr lang="ko-KR" altLang="en-US" dirty="0" smtClean="0"/>
              <a:t>진행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학습과 예측은 한 이미지를 처리하는 과정에서 모두 이루어지며 전</a:t>
            </a:r>
            <a:r>
              <a:rPr lang="en-US" altLang="ko-KR" dirty="0" smtClean="0"/>
              <a:t>, </a:t>
            </a:r>
            <a:r>
              <a:rPr lang="ko-KR" altLang="en-US" dirty="0" smtClean="0"/>
              <a:t>후처리 </a:t>
            </a:r>
            <a:r>
              <a:rPr lang="en-US" altLang="ko-KR" dirty="0" smtClean="0"/>
              <a:t>complication</a:t>
            </a:r>
            <a:r>
              <a:rPr lang="ko-KR" altLang="en-US" dirty="0" smtClean="0"/>
              <a:t>을 이용하지 않는다</a:t>
            </a:r>
            <a:r>
              <a:rPr lang="en-US" altLang="ko-KR" dirty="0" smtClean="0"/>
              <a:t>. </a:t>
            </a:r>
          </a:p>
          <a:p>
            <a:pPr lvl="1">
              <a:buSzPct val="100000"/>
            </a:pPr>
            <a:r>
              <a:rPr lang="ko-KR" altLang="en-US" dirty="0" smtClean="0"/>
              <a:t>본 </a:t>
            </a:r>
            <a:r>
              <a:rPr lang="ko-KR" altLang="en-US" dirty="0" smtClean="0"/>
              <a:t>모델은 </a:t>
            </a:r>
            <a:r>
              <a:rPr lang="en-US" altLang="ko-KR" dirty="0" smtClean="0"/>
              <a:t>fully convolutional</a:t>
            </a:r>
            <a:r>
              <a:rPr lang="en-US" altLang="ko-KR" dirty="0"/>
              <a:t>,</a:t>
            </a:r>
            <a:r>
              <a:rPr lang="ko-KR" altLang="en-US" dirty="0" smtClean="0"/>
              <a:t> </a:t>
            </a:r>
            <a:r>
              <a:rPr lang="en-US" altLang="ko-KR" dirty="0" smtClean="0"/>
              <a:t>fine-tuning</a:t>
            </a:r>
            <a:r>
              <a:rPr lang="ko-KR" altLang="en-US" dirty="0" smtClean="0"/>
              <a:t>으로 재해석함으로써 </a:t>
            </a:r>
            <a:r>
              <a:rPr lang="ko-KR" altLang="en-US" dirty="0" err="1" smtClean="0"/>
              <a:t>전처리학습에서</a:t>
            </a:r>
            <a:r>
              <a:rPr lang="ko-KR" altLang="en-US" dirty="0" smtClean="0"/>
              <a:t> 분류했던 결과를 픽셀단위 예측으로 전환 및 </a:t>
            </a:r>
            <a:r>
              <a:rPr lang="ko-KR" altLang="en-US" dirty="0" smtClean="0"/>
              <a:t>이용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Semantic segmentation</a:t>
            </a:r>
            <a:r>
              <a:rPr lang="ko-KR" altLang="en-US" dirty="0" smtClean="0"/>
              <a:t>은 의미와 </a:t>
            </a:r>
            <a:r>
              <a:rPr lang="ko-KR" altLang="en-US" dirty="0" smtClean="0"/>
              <a:t>위치 사이의 </a:t>
            </a:r>
            <a:r>
              <a:rPr lang="ko-KR" altLang="en-US" dirty="0" smtClean="0"/>
              <a:t>관계성이 있고</a:t>
            </a:r>
            <a:r>
              <a:rPr lang="en-US" altLang="ko-KR" dirty="0" smtClean="0"/>
              <a:t>, skip </a:t>
            </a:r>
            <a:r>
              <a:rPr lang="en-US" altLang="ko-KR" dirty="0" smtClean="0"/>
              <a:t>architecture</a:t>
            </a:r>
            <a:r>
              <a:rPr lang="ko-KR" altLang="en-US" dirty="0" smtClean="0"/>
              <a:t>를 통해 심층부의 의미 정보와 하층부의 위치 정보를 </a:t>
            </a:r>
            <a:r>
              <a:rPr lang="ko-KR" altLang="en-US" dirty="0" smtClean="0"/>
              <a:t>결합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Introduction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327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Multi digit recognition </a:t>
            </a:r>
            <a:r>
              <a:rPr lang="en-US" altLang="ko-KR" dirty="0"/>
              <a:t>using a space displacement neural </a:t>
            </a:r>
            <a:r>
              <a:rPr lang="en-US" altLang="ko-KR" dirty="0" smtClean="0"/>
              <a:t>network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err="1" smtClean="0"/>
              <a:t>Matan</a:t>
            </a:r>
            <a:r>
              <a:rPr lang="en-US" altLang="ko-KR" dirty="0" smtClean="0"/>
              <a:t> </a:t>
            </a:r>
            <a:r>
              <a:rPr lang="en-US" altLang="ko-KR" dirty="0" smtClean="0"/>
              <a:t>et al.</a:t>
            </a:r>
            <a:r>
              <a:rPr lang="ko-KR" altLang="en-US" dirty="0" smtClean="0"/>
              <a:t>이 처음으로 </a:t>
            </a:r>
            <a:r>
              <a:rPr lang="en-US" altLang="ko-KR" dirty="0" err="1" smtClean="0"/>
              <a:t>convnet</a:t>
            </a:r>
            <a:r>
              <a:rPr lang="ko-KR" altLang="en-US" dirty="0" smtClean="0"/>
              <a:t>에 임의의 크기의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적용하는 </a:t>
            </a:r>
            <a:r>
              <a:rPr lang="ko-KR" altLang="en-US" dirty="0" smtClean="0"/>
              <a:t>시도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해당 </a:t>
            </a:r>
            <a:r>
              <a:rPr lang="ko-KR" altLang="en-US" dirty="0" smtClean="0"/>
              <a:t>모델은 </a:t>
            </a:r>
            <a:r>
              <a:rPr lang="en-US" altLang="ko-KR" dirty="0" err="1"/>
              <a:t>1</a:t>
            </a:r>
            <a:r>
              <a:rPr lang="ko-KR" altLang="en-US" dirty="0" smtClean="0"/>
              <a:t>차원 입력에 </a:t>
            </a:r>
            <a:r>
              <a:rPr lang="ko-KR" altLang="en-US" dirty="0" smtClean="0"/>
              <a:t>국한</a:t>
            </a:r>
            <a:r>
              <a:rPr lang="ko-KR" altLang="en-US" dirty="0"/>
              <a:t>됨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/>
              <a:t>Advances in Neural </a:t>
            </a:r>
            <a:r>
              <a:rPr lang="en-US" altLang="ko-KR" dirty="0" smtClean="0"/>
              <a:t>Information Processing </a:t>
            </a:r>
            <a:r>
              <a:rPr lang="en-US" altLang="ko-KR" dirty="0"/>
              <a:t>Systems 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Wolf</a:t>
            </a:r>
            <a:r>
              <a:rPr lang="en-US" altLang="ko-KR" dirty="0" smtClean="0"/>
              <a:t>, Plate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convnet</a:t>
            </a:r>
            <a:r>
              <a:rPr lang="ko-KR" altLang="en-US" dirty="0" smtClean="0"/>
              <a:t>를 우편주소 블록의 네 귀퉁이를 예측하는 </a:t>
            </a:r>
            <a:r>
              <a:rPr lang="en-US" altLang="ko-KR" dirty="0" smtClean="0"/>
              <a:t>2</a:t>
            </a:r>
            <a:r>
              <a:rPr lang="ko-KR" altLang="en-US" dirty="0" smtClean="0"/>
              <a:t>차원 </a:t>
            </a:r>
            <a:r>
              <a:rPr lang="ko-KR" altLang="en-US" dirty="0" err="1" smtClean="0"/>
              <a:t>맵을</a:t>
            </a:r>
            <a:r>
              <a:rPr lang="ko-KR" altLang="en-US" dirty="0" smtClean="0"/>
              <a:t> 출력하도록 </a:t>
            </a:r>
            <a:r>
              <a:rPr lang="ko-KR" altLang="en-US" dirty="0" smtClean="0"/>
              <a:t>확장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위 두 가지 </a:t>
            </a:r>
            <a:r>
              <a:rPr lang="ko-KR" altLang="en-US" dirty="0" smtClean="0"/>
              <a:t>시도들은 </a:t>
            </a:r>
            <a:r>
              <a:rPr lang="en-US" altLang="ko-KR" dirty="0" smtClean="0"/>
              <a:t>detection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fully convolutional inference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learning</a:t>
            </a:r>
            <a:r>
              <a:rPr lang="ko-KR" altLang="en-US" dirty="0" smtClean="0"/>
              <a:t>을 수행하였다는 공통점을 가진다</a:t>
            </a:r>
            <a:r>
              <a:rPr lang="en-US" altLang="ko-KR" dirty="0" smtClean="0"/>
              <a:t>.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Summary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*</a:t>
            </a:r>
            <a:r>
              <a:rPr lang="ko-KR" altLang="en-US" dirty="0" smtClean="0"/>
              <a:t>여러 </a:t>
            </a:r>
            <a:r>
              <a:rPr lang="ko-KR" altLang="en-US" dirty="0" smtClean="0"/>
              <a:t>논문에서 </a:t>
            </a:r>
            <a:r>
              <a:rPr lang="en-US" altLang="ko-KR" dirty="0" smtClean="0"/>
              <a:t>semantic segmentation, boundary prediction, </a:t>
            </a:r>
            <a:r>
              <a:rPr lang="ko-KR" altLang="en-US" dirty="0" smtClean="0"/>
              <a:t>이미지 복구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심도 예측에 사용되는 </a:t>
            </a:r>
            <a:r>
              <a:rPr lang="en-US" altLang="ko-KR" dirty="0" smtClean="0"/>
              <a:t>dense prediction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convnet</a:t>
            </a:r>
            <a:r>
              <a:rPr lang="ko-KR" altLang="en-US" dirty="0" smtClean="0"/>
              <a:t>을 사용하였다</a:t>
            </a:r>
            <a:r>
              <a:rPr lang="en-US" altLang="ko-KR" dirty="0" smtClean="0"/>
              <a:t>. 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이러한 </a:t>
            </a:r>
            <a:r>
              <a:rPr lang="ko-KR" altLang="en-US" dirty="0" smtClean="0"/>
              <a:t>논문들은 공통적으로 별도의 </a:t>
            </a:r>
            <a:r>
              <a:rPr lang="en-US" altLang="ko-KR" dirty="0" smtClean="0"/>
              <a:t>machinery</a:t>
            </a:r>
            <a:r>
              <a:rPr lang="ko-KR" altLang="en-US" dirty="0" smtClean="0"/>
              <a:t>가 필요하였지만 본 논문의 모델은 별도의 </a:t>
            </a:r>
            <a:r>
              <a:rPr lang="en-US" altLang="ko-KR" dirty="0" smtClean="0"/>
              <a:t>machinery</a:t>
            </a:r>
            <a:r>
              <a:rPr lang="ko-KR" altLang="en-US" dirty="0" smtClean="0"/>
              <a:t>를 사용하지 않았고 이러한 특징을 중점으로 다른 모델과 비교를 하였다</a:t>
            </a:r>
            <a:r>
              <a:rPr lang="en-US" altLang="ko-KR" dirty="0" smtClean="0"/>
              <a:t>.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</a:t>
            </a:r>
            <a:r>
              <a:rPr lang="en-US" altLang="ko-KR" dirty="0" smtClean="0"/>
              <a:t>works(</a:t>
            </a:r>
            <a:r>
              <a:rPr lang="en-US" altLang="ko-KR" dirty="0" smtClean="0"/>
              <a:t>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505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Summary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*</a:t>
            </a:r>
            <a:r>
              <a:rPr lang="ko-KR" altLang="en-US" dirty="0" smtClean="0"/>
              <a:t>여러 </a:t>
            </a:r>
            <a:r>
              <a:rPr lang="ko-KR" altLang="en-US" dirty="0" smtClean="0"/>
              <a:t>논문에서 </a:t>
            </a:r>
            <a:r>
              <a:rPr lang="en-US" altLang="ko-KR" dirty="0" smtClean="0"/>
              <a:t>semantic segmentation, boundary prediction, </a:t>
            </a:r>
            <a:r>
              <a:rPr lang="ko-KR" altLang="en-US" dirty="0" smtClean="0"/>
              <a:t>이미지 복구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심도 예측에 사용되는 </a:t>
            </a:r>
            <a:r>
              <a:rPr lang="en-US" altLang="ko-KR" dirty="0" smtClean="0"/>
              <a:t>dense prediction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convnet</a:t>
            </a:r>
            <a:r>
              <a:rPr lang="ko-KR" altLang="en-US" dirty="0" smtClean="0"/>
              <a:t>을 사용하였다</a:t>
            </a:r>
            <a:r>
              <a:rPr lang="en-US" altLang="ko-KR" dirty="0" smtClean="0"/>
              <a:t>. 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이러한 </a:t>
            </a:r>
            <a:r>
              <a:rPr lang="ko-KR" altLang="en-US" dirty="0" smtClean="0"/>
              <a:t>논문들은 공통적으로 별도의 </a:t>
            </a:r>
            <a:r>
              <a:rPr lang="en-US" altLang="ko-KR" dirty="0" smtClean="0"/>
              <a:t>machinery</a:t>
            </a:r>
            <a:r>
              <a:rPr lang="ko-KR" altLang="en-US" dirty="0" smtClean="0"/>
              <a:t>가 필요하였지만 본 논문의 모델은 별도의 </a:t>
            </a:r>
            <a:r>
              <a:rPr lang="en-US" altLang="ko-KR" dirty="0" smtClean="0"/>
              <a:t>machinery</a:t>
            </a:r>
            <a:r>
              <a:rPr lang="ko-KR" altLang="en-US" dirty="0" smtClean="0"/>
              <a:t>를 사용하지 않았고 이러한 특징을 중점으로 다른 모델과 비교를 하였다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marL="0" indent="0">
              <a:buSzPct val="100000"/>
              <a:buNone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</a:t>
            </a:r>
            <a:r>
              <a:rPr lang="en-US" altLang="ko-KR" dirty="0" smtClean="0"/>
              <a:t>works(</a:t>
            </a:r>
            <a:r>
              <a:rPr lang="en-US" altLang="ko-KR" dirty="0" smtClean="0"/>
              <a:t>II)</a:t>
            </a:r>
            <a:endParaRPr lang="ko-KR" altLang="en-US" dirty="0"/>
          </a:p>
        </p:txBody>
      </p:sp>
      <p:cxnSp>
        <p:nvCxnSpPr>
          <p:cNvPr id="5" name="직선 연결선 4"/>
          <p:cNvCxnSpPr/>
          <p:nvPr/>
        </p:nvCxnSpPr>
        <p:spPr>
          <a:xfrm flipV="1">
            <a:off x="539552" y="4437112"/>
            <a:ext cx="7992888" cy="720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163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err="1" smtClean="0"/>
              <a:t>Upsampling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기존 신경망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LeNet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AlexNet</a:t>
            </a:r>
            <a:r>
              <a:rPr lang="en-US" altLang="ko-KR" dirty="0" smtClean="0"/>
              <a:t>…)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fully connected layer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이라고 생각하여 임의의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에서 특징을 추출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기존 신경망을 </a:t>
            </a:r>
            <a:r>
              <a:rPr lang="en-US" altLang="ko-KR" dirty="0" smtClean="0"/>
              <a:t>fully convolution</a:t>
            </a:r>
            <a:r>
              <a:rPr lang="ko-KR" altLang="en-US" dirty="0" smtClean="0"/>
              <a:t>으로 전환했을 때</a:t>
            </a:r>
            <a:r>
              <a:rPr lang="en-US" altLang="ko-KR" dirty="0" smtClean="0"/>
              <a:t>, output map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input </a:t>
            </a:r>
            <a:r>
              <a:rPr lang="ko-KR" altLang="en-US" dirty="0" smtClean="0"/>
              <a:t>보다 크기가 작아지고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위치 정보를 유지하여 </a:t>
            </a:r>
            <a:r>
              <a:rPr lang="en-US" altLang="ko-KR" dirty="0" smtClean="0"/>
              <a:t>dense prediction</a:t>
            </a:r>
            <a:r>
              <a:rPr lang="ko-KR" altLang="en-US" dirty="0" smtClean="0"/>
              <a:t>을 </a:t>
            </a:r>
            <a:r>
              <a:rPr lang="ko-KR" altLang="en-US" dirty="0" err="1" smtClean="0"/>
              <a:t>수행하기위해</a:t>
            </a:r>
            <a:r>
              <a:rPr lang="en-US" altLang="ko-KR" dirty="0" smtClean="0"/>
              <a:t>,</a:t>
            </a:r>
            <a:r>
              <a:rPr lang="ko-KR" altLang="en-US" dirty="0" smtClean="0"/>
              <a:t> 줄어든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을 고해상도로 높이는 방법이 필요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Upsampling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backwards convolution</a:t>
            </a:r>
            <a:r>
              <a:rPr lang="ko-KR" altLang="en-US" dirty="0" smtClean="0"/>
              <a:t>으로</a:t>
            </a:r>
            <a:r>
              <a:rPr lang="en-US" altLang="ko-KR" dirty="0" smtClean="0"/>
              <a:t>, in-network</a:t>
            </a:r>
            <a:r>
              <a:rPr lang="ko-KR" altLang="en-US" dirty="0" smtClean="0"/>
              <a:t>로 수행되며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에 요구되는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end-to-end</a:t>
            </a:r>
            <a:r>
              <a:rPr lang="ko-KR" altLang="en-US" dirty="0" smtClean="0"/>
              <a:t>로 학습됨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 (I)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755576" y="4077072"/>
            <a:ext cx="1296144" cy="93610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시각 자료 있으면 추가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6996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Skip Structure</a:t>
            </a:r>
          </a:p>
          <a:p>
            <a:pPr lvl="1">
              <a:buSzPct val="100000"/>
            </a:pPr>
            <a:r>
              <a:rPr lang="en-US" altLang="ko-KR" dirty="0" smtClean="0"/>
              <a:t>Input stride</a:t>
            </a:r>
            <a:r>
              <a:rPr lang="ko-KR" altLang="en-US" dirty="0" smtClean="0"/>
              <a:t>가 작아지면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정확한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이 가능하지만 </a:t>
            </a:r>
            <a:r>
              <a:rPr lang="ko-KR" altLang="en-US" dirty="0" err="1" smtClean="0"/>
              <a:t>계산량이</a:t>
            </a:r>
            <a:r>
              <a:rPr lang="ko-KR" altLang="en-US" dirty="0" smtClean="0"/>
              <a:t> 늘어남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높은 </a:t>
            </a:r>
            <a:r>
              <a:rPr lang="en-US" altLang="ko-KR" dirty="0" smtClean="0"/>
              <a:t>stride</a:t>
            </a:r>
            <a:r>
              <a:rPr lang="ko-KR" altLang="en-US" dirty="0" smtClean="0"/>
              <a:t>의 최종 </a:t>
            </a:r>
            <a:r>
              <a:rPr lang="en-US" altLang="ko-KR" dirty="0" smtClean="0"/>
              <a:t>prediction</a:t>
            </a:r>
            <a:r>
              <a:rPr lang="ko-KR" altLang="en-US" dirty="0" smtClean="0"/>
              <a:t> </a:t>
            </a:r>
            <a:r>
              <a:rPr lang="en-US" altLang="ko-KR" dirty="0" smtClean="0"/>
              <a:t>layer</a:t>
            </a:r>
            <a:r>
              <a:rPr lang="ko-KR" altLang="en-US" dirty="0" smtClean="0"/>
              <a:t>와 낮은 </a:t>
            </a:r>
            <a:r>
              <a:rPr lang="en-US" altLang="ko-KR" dirty="0" smtClean="0"/>
              <a:t>stride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된 </a:t>
            </a:r>
            <a:r>
              <a:rPr lang="en-US" altLang="ko-KR" dirty="0" smtClean="0"/>
              <a:t>prediction</a:t>
            </a:r>
            <a:r>
              <a:rPr lang="ko-KR" altLang="en-US" dirty="0" smtClean="0"/>
              <a:t>에서 하층부 </a:t>
            </a:r>
            <a:r>
              <a:rPr lang="en-US" altLang="ko-KR" dirty="0" smtClean="0"/>
              <a:t>layer</a:t>
            </a:r>
            <a:r>
              <a:rPr lang="ko-KR" altLang="en-US" dirty="0" smtClean="0"/>
              <a:t>와 결합함으로써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계산량</a:t>
            </a:r>
            <a:r>
              <a:rPr lang="ko-KR" altLang="en-US" dirty="0" smtClean="0"/>
              <a:t> 대비 정확도가 향상됨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 (I</a:t>
            </a:r>
            <a:r>
              <a:rPr lang="en-US" altLang="ko-KR" dirty="0"/>
              <a:t>I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611560" y="2852936"/>
            <a:ext cx="1296144" cy="93610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시각 자료 있으면 추가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260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1366</TotalTime>
  <Words>487</Words>
  <Application>Microsoft Office PowerPoint</Application>
  <PresentationFormat>화면 슬라이드 쇼(4:3)</PresentationFormat>
  <Paragraphs>47</Paragraphs>
  <Slides>7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9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38</cp:revision>
  <dcterms:created xsi:type="dcterms:W3CDTF">2020-01-06T00:01:51Z</dcterms:created>
  <dcterms:modified xsi:type="dcterms:W3CDTF">2020-01-08T02:07:27Z</dcterms:modified>
</cp:coreProperties>
</file>